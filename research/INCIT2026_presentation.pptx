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1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Confirmed detection rate</c:v>
                </c:pt>
              </c:strCache>
            </c:strRef>
          </c:tx>
          <c:spPr>
            <a:solidFill>
              <a:srgbClr val="D7263D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B24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E-Commerce</c:v>
                  </c:pt>
                  <c:pt idx="1">
                    <c:v>Social Media</c:v>
                  </c:pt>
                  <c:pt idx="2">
                    <c:v>Banking</c:v>
                  </c:pt>
                  <c:pt idx="3">
                    <c:v>Blog</c:v>
                  </c:pt>
                  <c:pt idx="4">
                    <c:v>File Share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25</c:v>
                </c:pt>
                <c:pt idx="1">
                  <c:v>16.7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1B24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445070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l"/>
        <c:majorGridlines>
          <c:spPr>
            <a:ln w="12700" cap="flat">
              <a:solidFill>
                <a:srgbClr val="E4E8F0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4450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445070"/>
                    </a:solidFill>
                    <a:latin typeface="Arial"/>
                  </a:rPr>
                  <a:t>Detection rate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45070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 w="12700" cap="flat">
          <a:solidFill>
            <a:srgbClr val="FFFFFF"/>
          </a:solidFill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457200"/>
            <a:ext cx="2194560" cy="2194560"/>
          </a:xfrm>
          <a:prstGeom prst="ellipse">
            <a:avLst/>
          </a:prstGeom>
          <a:solidFill>
            <a:srgbClr val="1D2E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INCIT 2026  ·  BANGKOK, THAILAND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22960" y="1828800"/>
            <a:ext cx="877824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 Reinforcement Learning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Vulnerability Scanner for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Web Applications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41605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Extended D3QN agent that learns to find what static and rule-based scanners miss.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822960" y="5074920"/>
            <a:ext cx="2011680" cy="0"/>
          </a:xfrm>
          <a:prstGeom prst="line">
            <a:avLst/>
          </a:prstGeom>
          <a:noFill/>
          <a:ln w="31750">
            <a:solidFill>
              <a:srgbClr val="D7263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25780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 Htet Zaw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Karn Yongsiriwit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Rangsit University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Pentesting doesn't scale with how fast web apps ship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pentesting is slow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Skilled testers are expensive and scarce; release cycles now measured in days, not quarters.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114800" y="192024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224028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1" name="Text 9"/>
          <p:cNvSpPr/>
          <p:nvPr/>
        </p:nvSpPr>
        <p:spPr>
          <a:xfrm>
            <a:off x="438912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389120" y="29718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Static / rule-based scanners plateau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389120" y="37033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catch signature-shaped bugs but miss logic flaws that only appear across multi-step workflows.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680960" y="1920240"/>
            <a:ext cx="3246120" cy="3383280"/>
          </a:xfrm>
          <a:prstGeom prst="roundRect">
            <a:avLst>
              <a:gd name="adj" fmla="val 2254"/>
            </a:avLst>
          </a:prstGeom>
          <a:solidFill>
            <a:srgbClr val="F4F6FB"/>
          </a:solidFill>
          <a:ln/>
          <a:effectLst>
            <a:outerShdw sx="100000" sy="100000" kx="0" ky="0" algn="bl" rotWithShape="0" blurRad="76200" dist="25400" dir="5400000">
              <a:srgbClr val="999999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2240280"/>
            <a:ext cx="502920" cy="502920"/>
          </a:xfrm>
          <a:prstGeom prst="ellipse">
            <a:avLst/>
          </a:prstGeom>
          <a:solidFill>
            <a:srgbClr val="0F1B3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7955280" y="2971800"/>
            <a:ext cx="269748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IDOR-class bugs are the blind spot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7955280" y="3703320"/>
            <a:ext cx="26974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Broken object-level authorization needs context and state -- exactly what stateless scanners lack.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isn't tooling volume -- it's tools that can't reason across multi-step application state.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 DRL scanners solve one vulnerability class at a time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274F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221992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2199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600200" y="207568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Single-vulnerability agents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5029200" y="207568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DRL fuzzers tuned for one bug class (e.g. XSS-only or SQLi-only) -- retraining needed per class.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2004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274F"/>
          </a:solidFill>
          <a:ln/>
        </p:spPr>
      </p:sp>
      <p:sp>
        <p:nvSpPr>
          <p:cNvPr id="10" name="Shape 8"/>
          <p:cNvSpPr/>
          <p:nvPr/>
        </p:nvSpPr>
        <p:spPr>
          <a:xfrm>
            <a:off x="822960" y="3456432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4564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600200" y="331012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Narrow state representations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029200" y="331012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use raw HTTP text or fixed payload lists instead of a structured, transferable state encoding.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43484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16274F"/>
          </a:solidFill>
          <a:ln/>
        </p:spPr>
      </p:sp>
      <p:sp>
        <p:nvSpPr>
          <p:cNvPr id="15" name="Shape 13"/>
          <p:cNvSpPr/>
          <p:nvPr/>
        </p:nvSpPr>
        <p:spPr>
          <a:xfrm>
            <a:off x="822960" y="4690872"/>
            <a:ext cx="548640" cy="5486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6908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600200" y="4544568"/>
            <a:ext cx="32918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systematic ground-truth check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5029200" y="4544568"/>
            <a:ext cx="6309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Detections reported without an independent confirmation step, so false positives inflate reported gains.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Extended D3QN targets all three gaps in one agent, evaluated with an independent ground-truth confirmation step.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APPROACH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Extended D3QN: four Rainbow components, one agent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0F1B3C"/>
          </a:solidFill>
          <a:ln/>
        </p:spPr>
      </p:sp>
      <p:sp>
        <p:nvSpPr>
          <p:cNvPr id="5" name="Shape 3"/>
          <p:cNvSpPr/>
          <p:nvPr/>
        </p:nvSpPr>
        <p:spPr>
          <a:xfrm>
            <a:off x="804672" y="225856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Double DQN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7724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Decouples action selection from evaluation to curb Q-value overestimation.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83280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0F1B3C"/>
          </a:solidFill>
          <a:ln/>
        </p:spPr>
      </p:sp>
      <p:sp>
        <p:nvSpPr>
          <p:cNvPr id="10" name="Shape 8"/>
          <p:cNvSpPr/>
          <p:nvPr/>
        </p:nvSpPr>
        <p:spPr>
          <a:xfrm>
            <a:off x="3639312" y="225856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1" name="Text 9"/>
          <p:cNvSpPr/>
          <p:nvPr/>
        </p:nvSpPr>
        <p:spPr>
          <a:xfrm>
            <a:off x="363931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11880" y="30632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Dueling Networks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61188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Splits state-value and advantage streams for more stable policy learning.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217920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0F1B3C"/>
          </a:solidFill>
          <a:ln/>
        </p:spPr>
      </p:sp>
      <p:sp>
        <p:nvSpPr>
          <p:cNvPr id="15" name="Shape 13"/>
          <p:cNvSpPr/>
          <p:nvPr/>
        </p:nvSpPr>
        <p:spPr>
          <a:xfrm>
            <a:off x="6473952" y="225856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647395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446520" y="30632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Prioritized Experience Replay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644652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Replays rare, high-signal transitions (e.g. confirmed vuln hits) more often.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52560" y="196596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0F1B3C"/>
          </a:solidFill>
          <a:ln/>
        </p:spPr>
      </p:sp>
      <p:sp>
        <p:nvSpPr>
          <p:cNvPr id="20" name="Shape 18"/>
          <p:cNvSpPr/>
          <p:nvPr/>
        </p:nvSpPr>
        <p:spPr>
          <a:xfrm>
            <a:off x="9308592" y="2258568"/>
            <a:ext cx="640080" cy="640080"/>
          </a:xfrm>
          <a:prstGeom prst="roundRect">
            <a:avLst>
              <a:gd name="adj" fmla="val 50000"/>
            </a:avLst>
          </a:prstGeom>
          <a:solidFill>
            <a:srgbClr val="D7263D"/>
          </a:solidFill>
          <a:ln/>
        </p:spPr>
      </p:sp>
      <p:sp>
        <p:nvSpPr>
          <p:cNvPr id="21" name="Text 19"/>
          <p:cNvSpPr/>
          <p:nvPr/>
        </p:nvSpPr>
        <p:spPr>
          <a:xfrm>
            <a:off x="9308592" y="2258568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81160" y="3063240"/>
            <a:ext cx="214884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Noisy Nets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9281160" y="3840480"/>
            <a:ext cx="214884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Learned, parametric exploration -- no manual epsilon-decay schedule to tune.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multi-step returns for longer-horizon credit assignment across multi-request attack chains.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mock targets, one agent, one report</a:t>
            </a:r>
            <a:endParaRPr lang="en-US" sz="3200" dirty="0"/>
          </a:p>
        </p:txBody>
      </p:sp>
      <p:pic>
        <p:nvPicPr>
          <p:cNvPr id="4" name="Image 0" descr="/sessions/zen-quirky-hopper/mnt/outputs/fig1_sysarch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91640"/>
            <a:ext cx="6126480" cy="4763029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1691640"/>
            <a:ext cx="6126480" cy="4763029"/>
          </a:xfrm>
          <a:prstGeom prst="roundRect">
            <a:avLst>
              <a:gd name="adj" fmla="val 960"/>
            </a:avLst>
          </a:prstGeom>
          <a:ln w="12700">
            <a:solidFill>
              <a:srgbClr val="D6DCE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040880" y="1737360"/>
            <a:ext cx="4572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flows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7040880" y="2359152"/>
            <a:ext cx="109728" cy="10972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8" name="Text 5"/>
          <p:cNvSpPr/>
          <p:nvPr/>
        </p:nvSpPr>
        <p:spPr>
          <a:xfrm>
            <a:off x="7315200" y="228600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mock apps: e-commerce, social media, banking, blog, file share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040880" y="3227832"/>
            <a:ext cx="109728" cy="10972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0" name="Text 7"/>
          <p:cNvSpPr/>
          <p:nvPr/>
        </p:nvSpPr>
        <p:spPr>
          <a:xfrm>
            <a:off x="7315200" y="315468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15-D state vector encodes HTTP + DOM signal per step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7040880" y="4096512"/>
            <a:ext cx="109728" cy="10972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2" name="Text 9"/>
          <p:cNvSpPr/>
          <p:nvPr/>
        </p:nvSpPr>
        <p:spPr>
          <a:xfrm>
            <a:off x="7315200" y="402336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Episode budget gate: default 3,000 episodes to convergence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7040880" y="4965192"/>
            <a:ext cx="109728" cy="109728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4" name="Text 11"/>
          <p:cNvSpPr/>
          <p:nvPr/>
        </p:nvSpPr>
        <p:spPr>
          <a:xfrm>
            <a:off x="7315200" y="4892040"/>
            <a:ext cx="429768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findings only reach the report -- unconfirmed activity is logged separately</a:t>
            </a:r>
            <a:endParaRPr lang="en-US" sz="125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PIPELINE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HTTP response to phase-gated action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331720" y="1645920"/>
            <a:ext cx="7589520" cy="4469682"/>
          </a:xfrm>
          <a:prstGeom prst="roundRect">
            <a:avLst>
              <a:gd name="adj" fmla="val 1227"/>
            </a:avLst>
          </a:prstGeom>
          <a:solidFill>
            <a:srgbClr val="FFFFFF"/>
          </a:solidFill>
          <a:ln/>
        </p:spPr>
      </p:sp>
      <p:pic>
        <p:nvPicPr>
          <p:cNvPr id="5" name="Image 0" descr="/sessions/zen-quirky-hopper/mnt/outputs/fig2_e2e_n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68880" y="1783080"/>
            <a:ext cx="7315200" cy="41953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6298482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encoder -&gt; Double-Dueling Q-Network -&gt; PER -&gt; reward &amp; detection logic -&gt; phase controller -&gt; action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scan as a Markov Decision Process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965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15-D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54864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vector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HTTP step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017520" y="187452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3017520" y="1965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301752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payload actions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0" y="1874520"/>
            <a:ext cx="2240280" cy="1554480"/>
          </a:xfrm>
          <a:prstGeom prst="roundRect">
            <a:avLst>
              <a:gd name="adj" fmla="val 4706"/>
            </a:avLst>
          </a:prstGeom>
          <a:solidFill>
            <a:srgbClr val="F4F6FB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0" y="1965960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5486400" y="26974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48640" y="36576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Reward shaping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411480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vulnerability flag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58000" y="411480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+1.0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461772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 / defensive block triggered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858000" y="461772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-0.1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5120640"/>
            <a:ext cx="6309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Wasted / redundant request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858000" y="512064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-0.01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503920" y="3657600"/>
            <a:ext cx="3108960" cy="2103120"/>
          </a:xfrm>
          <a:prstGeom prst="roundRect">
            <a:avLst>
              <a:gd name="adj" fmla="val 3478"/>
            </a:avLst>
          </a:prstGeom>
          <a:solidFill>
            <a:srgbClr val="F4F6FB"/>
          </a:solidFill>
          <a:ln/>
        </p:spPr>
      </p:sp>
      <p:sp>
        <p:nvSpPr>
          <p:cNvPr id="21" name="Text 19"/>
          <p:cNvSpPr/>
          <p:nvPr/>
        </p:nvSpPr>
        <p:spPr>
          <a:xfrm>
            <a:off x="8686800" y="3794760"/>
            <a:ext cx="27432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Bellman target uses the Double-DQN correction:</a:t>
            </a:r>
            <a:endParaRPr lang="en-US" sz="1250" dirty="0"/>
          </a:p>
          <a:p>
            <a:pPr algn="l" indent="0" marL="0">
              <a:buNone/>
            </a:pPr>
            <a:endParaRPr lang="en-US" sz="1250" dirty="0"/>
          </a:p>
          <a:p>
            <a:pPr algn="l" indent="0" marL="0">
              <a:buNone/>
            </a:pPr>
            <a:r>
              <a:rPr lang="en-US" sz="1250" i="1" dirty="0">
                <a:solidFill>
                  <a:srgbClr val="0F1B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= r + gamma * Q(s', argmax Q(s',a';theta); theta')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CURRICULUM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Attacks unlock in phases, like a real engagement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834640"/>
            <a:ext cx="2468880" cy="960120"/>
          </a:xfrm>
          <a:prstGeom prst="roundRect">
            <a:avLst>
              <a:gd name="adj" fmla="val 47619"/>
            </a:avLst>
          </a:prstGeom>
          <a:solidFill>
            <a:srgbClr val="D7263D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2834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977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endpoints, auth boundaries, and app surface before touching payloads.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08960" y="2834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429000" y="2834640"/>
            <a:ext cx="2468880" cy="960120"/>
          </a:xfrm>
          <a:prstGeom prst="roundRect">
            <a:avLst>
              <a:gd name="adj" fmla="val 47619"/>
            </a:avLst>
          </a:prstGeom>
          <a:solidFill>
            <a:srgbClr val="16274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29000" y="2834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Assess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429000" y="3977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Probe for weak points -- input validation, session handling, access control.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97880" y="2834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217920" y="2834640"/>
            <a:ext cx="2468880" cy="960120"/>
          </a:xfrm>
          <a:prstGeom prst="roundRect">
            <a:avLst>
              <a:gd name="adj" fmla="val 47619"/>
            </a:avLst>
          </a:prstGeom>
          <a:solidFill>
            <a:srgbClr val="16274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17920" y="2834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Exploit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217920" y="3977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targeted payloads once the agent has earned access to that phase.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86800" y="2834640"/>
            <a:ext cx="320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8FA3C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9006840" y="2834640"/>
            <a:ext cx="2468880" cy="960120"/>
          </a:xfrm>
          <a:prstGeom prst="roundRect">
            <a:avLst>
              <a:gd name="adj" fmla="val 47619"/>
            </a:avLst>
          </a:prstGeom>
          <a:solidFill>
            <a:srgbClr val="16274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06840" y="2834640"/>
            <a:ext cx="24688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Post-Exploit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006840" y="3977640"/>
            <a:ext cx="246888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 confirmed footholds into deeper, multi-step impact.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557784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gates are earned, not scripted -- the agent must demonstrate signal before advancing.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SETUP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deliberately vulnerable mock applications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B3C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30632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vulns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548640" y="35204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2770632" y="19659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B3C"/>
          </a:solidFill>
          <a:ln/>
        </p:spPr>
      </p:sp>
      <p:sp>
        <p:nvSpPr>
          <p:cNvPr id="9" name="Text 7"/>
          <p:cNvSpPr/>
          <p:nvPr/>
        </p:nvSpPr>
        <p:spPr>
          <a:xfrm>
            <a:off x="2770632" y="21945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2770632" y="30632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vulns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70632" y="35204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92624" y="19659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B3C"/>
          </a:solidFill>
          <a:ln/>
        </p:spPr>
      </p:sp>
      <p:sp>
        <p:nvSpPr>
          <p:cNvPr id="13" name="Text 11"/>
          <p:cNvSpPr/>
          <p:nvPr/>
        </p:nvSpPr>
        <p:spPr>
          <a:xfrm>
            <a:off x="4992624" y="21945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4992624" y="30632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vulns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992624" y="35204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214616" y="19659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B3C"/>
          </a:solidFill>
          <a:ln/>
        </p:spPr>
      </p:sp>
      <p:sp>
        <p:nvSpPr>
          <p:cNvPr id="17" name="Text 15"/>
          <p:cNvSpPr/>
          <p:nvPr/>
        </p:nvSpPr>
        <p:spPr>
          <a:xfrm>
            <a:off x="7214616" y="21945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7214616" y="30632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vulns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14616" y="35204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Blog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436608" y="1965960"/>
            <a:ext cx="2084832" cy="2103120"/>
          </a:xfrm>
          <a:prstGeom prst="roundRect">
            <a:avLst>
              <a:gd name="adj" fmla="val 3509"/>
            </a:avLst>
          </a:prstGeom>
          <a:solidFill>
            <a:srgbClr val="0F1B3C"/>
          </a:solidFill>
          <a:ln/>
        </p:spPr>
      </p:sp>
      <p:sp>
        <p:nvSpPr>
          <p:cNvPr id="21" name="Text 19"/>
          <p:cNvSpPr/>
          <p:nvPr/>
        </p:nvSpPr>
        <p:spPr>
          <a:xfrm>
            <a:off x="9436608" y="2194560"/>
            <a:ext cx="208483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000" dirty="0"/>
          </a:p>
        </p:txBody>
      </p:sp>
      <p:sp>
        <p:nvSpPr>
          <p:cNvPr id="22" name="Text 20"/>
          <p:cNvSpPr/>
          <p:nvPr/>
        </p:nvSpPr>
        <p:spPr>
          <a:xfrm>
            <a:off x="9436608" y="3063240"/>
            <a:ext cx="208483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planted vulns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436608" y="3520440"/>
            <a:ext cx="208483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Share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48640" y="443484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 truth for every target is enumerated in code (run_ground_truth_scan) -- not estimated -- so detection rate has an exact denominator.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48640" y="5074920"/>
            <a:ext cx="11064240" cy="1005840"/>
          </a:xfrm>
          <a:prstGeom prst="roundRect">
            <a:avLst>
              <a:gd name="adj" fmla="val 5455"/>
            </a:avLst>
          </a:prstGeom>
          <a:solidFill>
            <a:srgbClr val="F4F6FB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074920"/>
            <a:ext cx="10515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finding only counts as "confirmed" when both the ground-truth response header and an independent local validator agree.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Confirmed detection rate, per target</a:t>
            </a:r>
            <a:endParaRPr lang="en-US" sz="32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78308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89520" y="182880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IDOR: the one class we confirm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589520" y="2468880"/>
            <a:ext cx="91440" cy="914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Text 4"/>
          <p:cNvSpPr/>
          <p:nvPr/>
        </p:nvSpPr>
        <p:spPr>
          <a:xfrm>
            <a:off x="7818120" y="2377440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E-Commerce: 1/4 IDOR findings confirmed (25%)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7589520" y="3090672"/>
            <a:ext cx="91440" cy="914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9" name="Text 6"/>
          <p:cNvSpPr/>
          <p:nvPr/>
        </p:nvSpPr>
        <p:spPr>
          <a:xfrm>
            <a:off x="7818120" y="2999232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Media: 1/6 IDOR findings confirmed (16.7%)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589520" y="3712464"/>
            <a:ext cx="91440" cy="914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1" name="Text 8"/>
          <p:cNvSpPr/>
          <p:nvPr/>
        </p:nvSpPr>
        <p:spPr>
          <a:xfrm>
            <a:off x="7818120" y="3621024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Banking, Blog, File Share: 0 confirmed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7589520" y="4334256"/>
            <a:ext cx="91440" cy="9144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3" name="Text 10"/>
          <p:cNvSpPr/>
          <p:nvPr/>
        </p:nvSpPr>
        <p:spPr>
          <a:xfrm>
            <a:off x="7818120" y="4242816"/>
            <a:ext cx="38404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other planted class: 0% across all 5 targets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7589520" y="502920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F1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report this as-is -- the contribution is the honest measurement pipeline, not an inflated win.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CHECK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More scanning didn't move the needle -- and that's the finding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5212080" cy="3566160"/>
          </a:xfrm>
          <a:prstGeom prst="roundRect">
            <a:avLst>
              <a:gd name="adj" fmla="val 2051"/>
            </a:avLst>
          </a:prstGeom>
          <a:solidFill>
            <a:srgbClr val="16274F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2194560"/>
            <a:ext cx="52120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5x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4663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increase in crawl depth &amp; attack intensity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(depth 150 / intensity 100 vs. 20 / 5)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188720" y="4160520"/>
            <a:ext cx="3931920" cy="0"/>
          </a:xfrm>
          <a:prstGeom prst="line">
            <a:avLst/>
          </a:prstGeom>
          <a:noFill/>
          <a:ln w="12700">
            <a:solidFill>
              <a:srgbClr val="8FA3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297680"/>
            <a:ext cx="5212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~3x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548640" y="49377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unconfirmed activity flagged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965960"/>
            <a:ext cx="5532120" cy="3566160"/>
          </a:xfrm>
          <a:prstGeom prst="roundRect">
            <a:avLst>
              <a:gd name="adj" fmla="val 2051"/>
            </a:avLst>
          </a:prstGeom>
          <a:solidFill>
            <a:srgbClr val="16274F"/>
          </a:solidFill>
          <a:ln/>
        </p:spPr>
      </p:sp>
      <p:sp>
        <p:nvSpPr>
          <p:cNvPr id="11" name="Text 9"/>
          <p:cNvSpPr/>
          <p:nvPr/>
        </p:nvSpPr>
        <p:spPr>
          <a:xfrm>
            <a:off x="6080760" y="2194560"/>
            <a:ext cx="5532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355080" y="3200400"/>
            <a:ext cx="4983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in confirmed detections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55080" y="3749040"/>
            <a:ext cx="4983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single IDOR finding reconfirmed on E-Commerce and Social Media; Banking, Blog, and File Share stayed at zero.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355080" y="4800600"/>
            <a:ext cx="4983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2FBF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Ground-truth confirmation resists false-positive inflation from more aggressive scanning.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Conclusion: the detection gap is structural, not a symptom of under-scanning.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US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Limitations, honestly stated -- and what's next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Limitations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450592"/>
            <a:ext cx="91440" cy="914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377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detection is narrow -- IDOR only, on 2 of 5 targets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3227832"/>
            <a:ext cx="91440" cy="914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154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Single-agent architecture; no multi-agent or transfer study yet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4005072"/>
            <a:ext cx="91440" cy="91440"/>
          </a:xfrm>
          <a:prstGeom prst="rect">
            <a:avLst/>
          </a:prstGeom>
          <a:solidFill>
            <a:srgbClr val="D7263D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3931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Reward shaping is hand-tuned, not learned or ablated per-term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309360" y="187452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FBF7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309360" y="2450592"/>
            <a:ext cx="91440" cy="91440"/>
          </a:xfrm>
          <a:prstGeom prst="rect">
            <a:avLst/>
          </a:prstGeom>
          <a:solidFill>
            <a:srgbClr val="2FBF71"/>
          </a:solidFill>
          <a:ln/>
        </p:spPr>
      </p:sp>
      <p:sp>
        <p:nvSpPr>
          <p:cNvPr id="13" name="Text 11"/>
          <p:cNvSpPr/>
          <p:nvPr/>
        </p:nvSpPr>
        <p:spPr>
          <a:xfrm>
            <a:off x="6583680" y="237744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rigor: Friedman + Wilcoxon vs. baseline agents across seeds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309360" y="3227832"/>
            <a:ext cx="91440" cy="91440"/>
          </a:xfrm>
          <a:prstGeom prst="rect">
            <a:avLst/>
          </a:prstGeom>
          <a:solidFill>
            <a:srgbClr val="2FBF71"/>
          </a:solidFill>
          <a:ln/>
        </p:spPr>
      </p:sp>
      <p:sp>
        <p:nvSpPr>
          <p:cNvPr id="15" name="Text 13"/>
          <p:cNvSpPr/>
          <p:nvPr/>
        </p:nvSpPr>
        <p:spPr>
          <a:xfrm>
            <a:off x="6583680" y="315468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curriculum to auth-bypass and SSRF-style multi-step chains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09360" y="4005072"/>
            <a:ext cx="91440" cy="91440"/>
          </a:xfrm>
          <a:prstGeom prst="rect">
            <a:avLst/>
          </a:prstGeom>
          <a:solidFill>
            <a:srgbClr val="2FBF71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0" y="393192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445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Component-wise ablation of the Rainbow additions (PER / Noisy / multi-step)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6087"/>
            </a:avLst>
          </a:prstGeom>
          <a:solidFill>
            <a:srgbClr val="0F1B3C"/>
          </a:solidFill>
          <a:ln/>
        </p:spPr>
      </p:sp>
      <p:sp>
        <p:nvSpPr>
          <p:cNvPr id="19" name="Text 17"/>
          <p:cNvSpPr/>
          <p:nvPr/>
        </p:nvSpPr>
        <p:spPr>
          <a:xfrm>
            <a:off x="822960" y="502920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5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Contribution: a reproducible, ground-truth-verified DRL pipeline for web vulnerability discovery -- built to be extended, not overclaimed.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5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1B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16274F"/>
          </a:solidFill>
          <a:ln/>
        </p:spPr>
      </p:sp>
      <p:sp>
        <p:nvSpPr>
          <p:cNvPr id="3" name="Shape 1"/>
          <p:cNvSpPr/>
          <p:nvPr/>
        </p:nvSpPr>
        <p:spPr>
          <a:xfrm>
            <a:off x="-274320" y="5212080"/>
            <a:ext cx="2194560" cy="2194560"/>
          </a:xfrm>
          <a:prstGeom prst="ellipse">
            <a:avLst/>
          </a:prstGeom>
          <a:solidFill>
            <a:srgbClr val="1D2E5C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28600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822960" y="32461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welcome.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822960" y="4114800"/>
            <a:ext cx="2011680" cy="0"/>
          </a:xfrm>
          <a:prstGeom prst="line">
            <a:avLst/>
          </a:prstGeom>
          <a:noFill/>
          <a:ln w="31750">
            <a:solidFill>
              <a:srgbClr val="D72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29768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Hein Htet Zaw  ·  Karn Yongsiriwit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Rangsit University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InCIT 2026, Bangkok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521440" y="6446520"/>
            <a:ext cx="548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FA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2026-08-10T05:50:40Z</dcterms:created>
  <dcterms:modified xsi:type="dcterms:W3CDTF">2026-08-10T05:50:40Z</dcterms:modified>
</cp:coreProperties>
</file>